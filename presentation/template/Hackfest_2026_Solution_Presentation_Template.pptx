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98" y="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31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B57E-962C-4777-9B55-B61FF92B9F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77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MASTER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6473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7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HACKFEST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12700">
            <a:solidFill>
              <a:srgbClr val="DCE1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cover_illustration">
    <p:bg>
      <p:bgPr>
        <a:solidFill>
          <a:srgbClr val="29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CB4A4-7435-1A41-8813-A7FFEC34FA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DB788935-E7B2-2CAC-0048-B92417139B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43803D-31FA-692F-1CDF-A332274BC332}"/>
              </a:ext>
            </a:extLst>
          </p:cNvPr>
          <p:cNvSpPr txBox="1"/>
          <p:nvPr/>
        </p:nvSpPr>
        <p:spPr>
          <a:xfrm>
            <a:off x="288558" y="6532236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2023 Nielsen Consumer LLC.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87C027-455E-4C45-138D-8334F13B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558" y="635035"/>
            <a:ext cx="8642082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4501D72-EE3C-0DA6-BA4B-C1D78BA8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558" y="3114710"/>
            <a:ext cx="8642082" cy="8378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255DA8-5A10-9683-AFED-A7964FA406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5694428"/>
            <a:ext cx="1219198" cy="518807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417592A-6067-984F-549E-3833CDB76A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559" y="4192468"/>
            <a:ext cx="8642082" cy="344384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ADB3285-032F-C5EA-E4E6-C62E075FF1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8559" y="4560602"/>
            <a:ext cx="8642082" cy="34438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91FCFC2-D727-8EBA-2D19-E4EEAE93A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8559" y="5110167"/>
            <a:ext cx="8642082" cy="34438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31417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5C2B3C7-96DB-9CB1-B976-7A4EF956DA5A}"/>
              </a:ext>
            </a:extLst>
          </p:cNvPr>
          <p:cNvSpPr/>
          <p:nvPr/>
        </p:nvSpPr>
        <p:spPr>
          <a:xfrm>
            <a:off x="7406640" y="2286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HACKFEST 2026</a:t>
            </a:r>
            <a:endParaRPr lang="en-US" sz="300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49B5C7B-01D0-2D2D-0BA9-86D4216B6DCF}"/>
              </a:ext>
            </a:extLst>
          </p:cNvPr>
          <p:cNvSpPr/>
          <p:nvPr/>
        </p:nvSpPr>
        <p:spPr>
          <a:xfrm>
            <a:off x="8140588" y="667512"/>
            <a:ext cx="34265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</a:rPr>
              <a:t>By Innovation Council</a:t>
            </a: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0D318E5-DCBD-088D-763C-19720A6A7AAB}"/>
              </a:ext>
            </a:extLst>
          </p:cNvPr>
          <p:cNvSpPr/>
          <p:nvPr/>
        </p:nvSpPr>
        <p:spPr>
          <a:xfrm>
            <a:off x="7704697" y="575157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Ignite Ideas. Build the future.</a:t>
            </a:r>
            <a:endParaRPr lang="en-US" sz="3000" b="1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64064EB-8F77-52B3-74A8-BF6DBCB6459A}"/>
              </a:ext>
            </a:extLst>
          </p:cNvPr>
          <p:cNvSpPr/>
          <p:nvPr/>
        </p:nvSpPr>
        <p:spPr>
          <a:xfrm>
            <a:off x="-97374" y="452023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Solution Presentation Template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1506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01 / 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Problem &amp; Solution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Start with the problem, then make the value of your solution immediately clear.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49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73152" cy="1261872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282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49651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problem are you solving? State the current pain point, context and why it matters.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58968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572768"/>
            <a:ext cx="5349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45352" y="1572768"/>
            <a:ext cx="73152" cy="1261872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7282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TARGET AUDIENCE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46520" y="2011680"/>
            <a:ext cx="49651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Who experiences the problem? Identify the primary users, stakeholders or business functions.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37392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0906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73152" cy="148132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32461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YOUR SOLUTION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8096" y="3529584"/>
            <a:ext cx="496519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Summarize the proposed solution in 2-3 sentences. Keep the explanation outcome-focused.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58968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30906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45352" y="3090672"/>
            <a:ext cx="73152" cy="1481328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2461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VALUE PROPOSITION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3529584"/>
            <a:ext cx="496519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Why is your solution better or unique? Highlight the differentiator, innovation and expected value.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37392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271016" cy="310896"/>
          </a:xfrm>
          <a:prstGeom prst="roundRect">
            <a:avLst>
              <a:gd name="adj" fmla="val 23529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502005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AF6"/>
                </a:solidFill>
              </a:rPr>
              <a:t>KEEP IT SIMPLE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501091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Use visuals, metrics or a one-line “before → after” statement where possible.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02 /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Detailed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Show what makes the approach innovative, practical and scalable.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73152" cy="340156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55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INNOVATION &amp; ORIGINALITY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39112"/>
            <a:ext cx="331927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is new about your approach?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Call out novel ideas, methods, differentiators and why the approach is compelling.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3048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73152" cy="3401568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755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SCALABILITY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2039112"/>
            <a:ext cx="331927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How can the solution grow?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Describe scale, reuse, integration potential, operating model and any constraints.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62672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600200"/>
            <a:ext cx="3328416" cy="340156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66176" y="1600200"/>
            <a:ext cx="73152" cy="340156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67344" y="17556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ROLE OF AI &amp; COST EFFECTIVENESS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67344" y="2039112"/>
            <a:ext cx="2944368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Explain where AI adds value, where it does not, and how the solution remains efficient and sustainable.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37392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1408176" cy="310896"/>
          </a:xfrm>
          <a:prstGeom prst="roundRect">
            <a:avLst>
              <a:gd name="adj" fmla="val 23529"/>
            </a:avLst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532180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SHOW, DON’T TELL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532180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Use one visual, workflow or example to make the solution easy to understand.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03 /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Make the end-to-end flow visible: inputs, intelligence, actions and outcome.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91056"/>
            <a:ext cx="73152" cy="1993392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5528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User / dataset /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enters the solution?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15768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5808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35808" y="1591056"/>
            <a:ext cx="73152" cy="1993392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36976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Agent / model / orchestration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How decisions are made?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57216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591056"/>
            <a:ext cx="73152" cy="1993392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ACTION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87568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Tools / APIs / workflows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happens next?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98664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36992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36992" y="1591056"/>
            <a:ext cx="73152" cy="1993392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0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Result / insight / 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does the user get?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82912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886200"/>
            <a:ext cx="33375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3886200"/>
            <a:ext cx="73152" cy="129844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" y="4041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KEY FEATURES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" y="4325112"/>
            <a:ext cx="295351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Highlight 2-3 standout features that directly support the problem and outcome.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87368" y="3886200"/>
            <a:ext cx="33375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87368" y="3886200"/>
            <a:ext cx="73152" cy="1298448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88536" y="4041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TECH STACK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88536" y="4325112"/>
            <a:ext cx="295351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Mention the tools, frameworks, models, APIs and services used.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0376" y="3886200"/>
            <a:ext cx="401421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80376" y="3886200"/>
            <a:ext cx="73152" cy="129844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81544" y="404164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DEMO LINK OR SCREENSHOTS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81544" y="4325112"/>
            <a:ext cx="363016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Paste the demo URL or place 1-2 screenshots here. Keep the evidence easy to validate.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04 /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Impact &amp; Future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Close with evidence, expansion potential and the people behind the solution.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703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73152" cy="2121408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282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IMPACT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3319272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change does your solution bring? Include early results, adoption, time saved, accuracy, cost or other measurable outcomes.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3048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5696" y="1572768"/>
            <a:ext cx="3703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25696" y="1572768"/>
            <a:ext cx="73152" cy="212140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7282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MARKET POTENTIAL / USE CASES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3319272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Where else can this be applied? Identify adjacent use cases, products, regions or customer segments.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71816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1572768"/>
            <a:ext cx="33101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84464" y="1572768"/>
            <a:ext cx="73152" cy="212140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85632" y="172821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NEXT STEPS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85632" y="2011680"/>
            <a:ext cx="292608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What would you do with more time or resources? Include the path from prototype to implementation.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37392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11027664" cy="1225296"/>
          </a:xfrm>
          <a:prstGeom prst="roundRect">
            <a:avLst>
              <a:gd name="adj" fmla="val 5970"/>
            </a:avLst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9BFFF"/>
                </a:solidFill>
              </a:rPr>
              <a:t>TEAM &amp; ROLES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41970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Name  •  Role  •  Contribution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40280" y="45720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9F7"/>
                </a:solidFill>
              </a:rPr>
              <a:t>Add each team member’s key responsibility. Keep this to one line per person or use a compact team graphic.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12680" y="4251960"/>
            <a:ext cx="1271016" cy="310896"/>
          </a:xfrm>
          <a:prstGeom prst="roundRect">
            <a:avLst>
              <a:gd name="adj" fmla="val 23529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12680" y="431596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AF6"/>
                </a:solidFill>
              </a:rPr>
              <a:t>READY TO PITCH</a:t>
            </a:r>
            <a:endParaRPr lang="en-US" sz="8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25EFDF-9D9B-3D7D-C012-1B88B78D4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539" y="1713337"/>
            <a:ext cx="8642082" cy="2387600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US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80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AF75A61C83C045AA88B2D2874522F7" ma:contentTypeVersion="10" ma:contentTypeDescription="Create a new document." ma:contentTypeScope="" ma:versionID="b22284399995505777bc710ae8423fb1">
  <xsd:schema xmlns:xsd="http://www.w3.org/2001/XMLSchema" xmlns:xs="http://www.w3.org/2001/XMLSchema" xmlns:p="http://schemas.microsoft.com/office/2006/metadata/properties" xmlns:ns2="3b421b10-10f7-43ce-bf6f-d10723351253" xmlns:ns3="c57addc2-4fb9-4699-867c-e9e7159e7042" targetNamespace="http://schemas.microsoft.com/office/2006/metadata/properties" ma:root="true" ma:fieldsID="15a110b024301f28a6354f843caa990e" ns2:_="" ns3:_="">
    <xsd:import namespace="3b421b10-10f7-43ce-bf6f-d10723351253"/>
    <xsd:import namespace="c57addc2-4fb9-4699-867c-e9e7159e70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21b10-10f7-43ce-bf6f-d107233512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18f4780-c71a-4417-85db-0344dc6100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addc2-4fb9-4699-867c-e9e7159e704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0e92783-4042-48ac-ac89-e4e8fce899a2}" ma:internalName="TaxCatchAll" ma:showField="CatchAllData" ma:web="c57addc2-4fb9-4699-867c-e9e7159e70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7addc2-4fb9-4699-867c-e9e7159e7042" xsi:nil="true"/>
    <lcf76f155ced4ddcb4097134ff3c332f xmlns="3b421b10-10f7-43ce-bf6f-d107233512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80EECB-255B-4D88-9F1C-ACBEBAE3FD04}"/>
</file>

<file path=customXml/itemProps2.xml><?xml version="1.0" encoding="utf-8"?>
<ds:datastoreItem xmlns:ds="http://schemas.openxmlformats.org/officeDocument/2006/customXml" ds:itemID="{552591A2-CBFF-4218-9C51-2B4FBF7F195A}"/>
</file>

<file path=customXml/itemProps3.xml><?xml version="1.0" encoding="utf-8"?>
<ds:datastoreItem xmlns:ds="http://schemas.openxmlformats.org/officeDocument/2006/customXml" ds:itemID="{7D33E1CF-5378-4C3D-B917-47CD67D882CD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494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NIQ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Hackfest 2026 Solution Presentation Template</dc:title>
  <dc:subject>Hackfest 2026 Solution Presentation Template</dc:subject>
  <dc:creator>Innovation Council</dc:creator>
  <cp:lastModifiedBy>Selvakumar Alagar</cp:lastModifiedBy>
  <cp:revision>3</cp:revision>
  <dcterms:created xsi:type="dcterms:W3CDTF">2026-09-10T08:15:12Z</dcterms:created>
  <dcterms:modified xsi:type="dcterms:W3CDTF">2026-09-10T08:27:01Z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0x0101002DAF75A61C83C045AA88B2D2874522F7</vt:lpwstr>
  </property>
</Properties>
</file>